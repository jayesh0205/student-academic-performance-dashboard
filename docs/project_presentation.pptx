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Academic Performance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B.Tech Computer Engineering Mini-Project</a:t>
            </a:r>
          </a:p>
          <a:p>
            <a:pPr>
              <a:defRPr sz="2200"/>
            </a:pPr>
            <a:r>
              <a:t>Name: [Your Name] | Guide: [Guide Name] | College: [College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Academic results in spreadsheets can be time-consuming to compare. This project summarizes student marks and visualizes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Load and validate student CSV data</a:t>
            </a:r>
          </a:p>
          <a:p>
            <a:pPr>
              <a:defRPr sz="2200"/>
            </a:pPr>
            <a:r>
              <a:t>• Calculate totals, averages, grades, and pass status</a:t>
            </a:r>
          </a:p>
          <a:p>
            <a:pPr>
              <a:defRPr sz="2200"/>
            </a:pPr>
            <a:r>
              <a:t>• Compare subjects and classes</a:t>
            </a:r>
          </a:p>
          <a:p>
            <a:pPr>
              <a:defRPr sz="2200"/>
            </a:pPr>
            <a:r>
              <a:t>• Provide interactive filtering and CSV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Python</a:t>
            </a:r>
          </a:p>
          <a:p>
            <a:pPr>
              <a:defRPr sz="2200"/>
            </a:pPr>
            <a:r>
              <a:t>• NumPy and Pandas</a:t>
            </a:r>
          </a:p>
          <a:p>
            <a:pPr>
              <a:defRPr sz="2200"/>
            </a:pPr>
            <a:r>
              <a:t>• Matplotlib</a:t>
            </a:r>
          </a:p>
          <a:p>
            <a:pPr>
              <a:defRPr sz="2200"/>
            </a:pPr>
            <a:r>
              <a:t>• Streamlit</a:t>
            </a:r>
          </a:p>
          <a:p>
            <a:pPr>
              <a:defRPr sz="2200"/>
            </a:pPr>
            <a:r>
              <a:t>• CSV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CSV / Excel → Data Loading &amp; Validation → Pandas + NumPy Analysis → Matplotlib Charts → Streamlit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KPI cards</a:t>
            </a:r>
          </a:p>
          <a:p>
            <a:pPr>
              <a:defRPr sz="2200"/>
            </a:pPr>
            <a:r>
              <a:t>• Subject-wise average chart</a:t>
            </a:r>
          </a:p>
          <a:p>
            <a:pPr>
              <a:defRPr sz="2200"/>
            </a:pPr>
            <a:r>
              <a:t>• Grade distribution chart</a:t>
            </a:r>
          </a:p>
          <a:p>
            <a:pPr>
              <a:defRPr sz="2200"/>
            </a:pPr>
            <a:r>
              <a:t>• Marks histogram</a:t>
            </a:r>
          </a:p>
          <a:p>
            <a:pPr>
              <a:defRPr sz="2200"/>
            </a:pPr>
            <a:r>
              <a:t>• Class comparison</a:t>
            </a:r>
          </a:p>
          <a:p>
            <a:pPr>
              <a:defRPr sz="2200"/>
            </a:pPr>
            <a:r>
              <a:t>• Student search and filters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Total = sum of four subjects</a:t>
            </a:r>
          </a:p>
          <a:p>
            <a:pPr>
              <a:defRPr sz="2200"/>
            </a:pPr>
            <a:r>
              <a:t>• Average = total / 4</a:t>
            </a:r>
          </a:p>
          <a:p>
            <a:pPr>
              <a:defRPr sz="2200"/>
            </a:pPr>
            <a:r>
              <a:t>• Pass: average ≥ 40 and every subject ≥ 35</a:t>
            </a:r>
          </a:p>
          <a:p>
            <a:pPr>
              <a:defRPr sz="2200"/>
            </a:pPr>
            <a:r>
              <a:t>• Grades A–F use documented demonstration thresholds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Test sample CSV, valid upload, missing columns, invalid marks, search/filter, and CSV download. Record actual outcomes after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Prototype uses fictional sample data</a:t>
            </a:r>
          </a:p>
          <a:p>
            <a:pPr>
              <a:defRPr sz="2200"/>
            </a:pPr>
            <a:r>
              <a:t>• Rules must match official policy before real use</a:t>
            </a:r>
          </a:p>
          <a:p>
            <a:pPr>
              <a:defRPr sz="2200"/>
            </a:pPr>
            <a:r>
              <a:t>• Future: database, login, PDF reports, more subjects,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demonstrates data cleaning, analysis, visualization, and dashboard development using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